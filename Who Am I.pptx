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660"/>
  </p:normalViewPr>
  <p:slideViewPr>
    <p:cSldViewPr snapToGrid="0">
      <p:cViewPr varScale="1">
        <p:scale>
          <a:sx n="90" d="100"/>
          <a:sy n="90" d="100"/>
        </p:scale>
        <p:origin x="21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3EE235B-4524-434A-BE08-092B212480D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12C9827E-B020-4F45-9AB2-63164A9EF3D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863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E235B-4524-434A-BE08-092B212480D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9827E-B020-4F45-9AB2-63164A9EF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233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E235B-4524-434A-BE08-092B212480D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9827E-B020-4F45-9AB2-63164A9EF3D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1746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E235B-4524-434A-BE08-092B212480D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9827E-B020-4F45-9AB2-63164A9EF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991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E235B-4524-434A-BE08-092B212480D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9827E-B020-4F45-9AB2-63164A9EF3DD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763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E235B-4524-434A-BE08-092B212480D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9827E-B020-4F45-9AB2-63164A9EF3D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298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E235B-4524-434A-BE08-092B212480D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9827E-B020-4F45-9AB2-63164A9EF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591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E235B-4524-434A-BE08-092B212480D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9827E-B020-4F45-9AB2-63164A9EF3D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87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E235B-4524-434A-BE08-092B212480D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9827E-B020-4F45-9AB2-63164A9EF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692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E235B-4524-434A-BE08-092B212480D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9827E-B020-4F45-9AB2-63164A9EF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362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E235B-4524-434A-BE08-092B212480D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9827E-B020-4F45-9AB2-63164A9EF3D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655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E235B-4524-434A-BE08-092B212480D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9827E-B020-4F45-9AB2-63164A9EF3D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7146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E235B-4524-434A-BE08-092B212480D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9827E-B020-4F45-9AB2-63164A9EF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5956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E235B-4524-434A-BE08-092B212480D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9827E-B020-4F45-9AB2-63164A9EF3D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3708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E235B-4524-434A-BE08-092B212480D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9827E-B020-4F45-9AB2-63164A9EF3D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4341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E235B-4524-434A-BE08-092B212480D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9827E-B020-4F45-9AB2-63164A9EF3D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4327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E235B-4524-434A-BE08-092B212480D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9827E-B020-4F45-9AB2-63164A9EF3D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874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3EE235B-4524-434A-BE08-092B212480D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2C9827E-B020-4F45-9AB2-63164A9EF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358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Air_India_Flight_403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75A1-6D19-3B6C-C7BF-2387E609A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8165" y="2870198"/>
            <a:ext cx="6815669" cy="1515533"/>
          </a:xfrm>
        </p:spPr>
        <p:txBody>
          <a:bodyPr/>
          <a:lstStyle/>
          <a:p>
            <a:r>
              <a:rPr lang="en-IN" b="1" dirty="0"/>
              <a:t>Who Am I? </a:t>
            </a:r>
            <a:br>
              <a:rPr lang="en-IN" b="1" dirty="0"/>
            </a:br>
            <a:r>
              <a:rPr lang="en-IN" b="1" dirty="0"/>
              <a:t> Three Clues Edition</a:t>
            </a:r>
          </a:p>
        </p:txBody>
      </p:sp>
    </p:spTree>
    <p:extLst>
      <p:ext uri="{BB962C8B-B14F-4D97-AF65-F5344CB8AC3E}">
        <p14:creationId xmlns:p14="http://schemas.microsoft.com/office/powerpoint/2010/main" val="2383879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72000-2B0B-977E-1530-364F8B7C4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1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3F160-48BC-EDA7-8110-A56500177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was the last country in the world to introduce television — only in 1999 </a:t>
            </a:r>
          </a:p>
          <a:p>
            <a:r>
              <a:rPr lang="en-IN" dirty="0"/>
              <a:t>This tiny Himalayan kingdom has more trees than people — and it's the world's only carbon negative country</a:t>
            </a:r>
          </a:p>
          <a:p>
            <a:r>
              <a:rPr lang="en-IN" dirty="0"/>
              <a:t>This country measures its success not by GDP but by something else entirely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Answer : </a:t>
            </a:r>
            <a:r>
              <a:rPr lang="en-IN" b="1" dirty="0"/>
              <a:t>Bhutan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9727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14814-206C-F1D4-7776-AFEA9C914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2 :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FDF95-BE86-120E-1377-DA4F805E9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country was the only source of diamond s in the world until 1896.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country values the electoral system and the right to vote so much that, it has set up a voting booth for a single voter who lives in an isolated forest in a shrine.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country has never invaded any country in last 1,00,000 years of history 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: INDIA </a:t>
            </a:r>
          </a:p>
        </p:txBody>
      </p:sp>
    </p:spTree>
    <p:extLst>
      <p:ext uri="{BB962C8B-B14F-4D97-AF65-F5344CB8AC3E}">
        <p14:creationId xmlns:p14="http://schemas.microsoft.com/office/powerpoint/2010/main" val="1993613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CEE16-7FD1-E8B6-DE90-26E49E94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B9459-0F9E-6C71-5E4E-DF9609E4E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director of National Institutes of Advanced Studies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was one of the survivors of the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 tooltip="Air India Flight 403"/>
              </a:rPr>
              <a:t>Air India Flight 403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that crashed in 1982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is a renowned physicist who played a major role in “Operation Smiling Buddha”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Raja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Ramanna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784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9CF6-9339-83DE-C96E-D80243790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Question 4 :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693DC-3A7A-3EA9-78F1-F36EE3E9B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South Asian country was never colonised by any foreign power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country became a secular democratic republic only in 2015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country's youth once voted for their Prime Minister on a Discord server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Nepal</a:t>
            </a:r>
          </a:p>
        </p:txBody>
      </p:sp>
    </p:spTree>
    <p:extLst>
      <p:ext uri="{BB962C8B-B14F-4D97-AF65-F5344CB8AC3E}">
        <p14:creationId xmlns:p14="http://schemas.microsoft.com/office/powerpoint/2010/main" val="312336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D51B0-F1C5-14C2-499E-2A28F7978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B0795-3D9D-3836-73AE-04475A459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An Arab traveller of his time listed this Kannada king as one of only four great kings in the entire world — alongside the kings of China, Baghdad and Byzantium</a:t>
            </a:r>
          </a:p>
          <a:p>
            <a:r>
              <a:rPr lang="en-IN" dirty="0"/>
              <a:t>He ruled for 64 years — one of the longest reigns in Indian history</a:t>
            </a:r>
          </a:p>
          <a:p>
            <a:r>
              <a:rPr lang="en-IN" dirty="0"/>
              <a:t>He is credited to the earliest extant work of Kannada literature, although some scholars attribute it to his court poet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Answer : </a:t>
            </a:r>
            <a:r>
              <a:rPr lang="en-IN" b="1" dirty="0" err="1"/>
              <a:t>Nripatunga</a:t>
            </a:r>
            <a:r>
              <a:rPr lang="en-IN" b="1" dirty="0"/>
              <a:t> Amoghavarsha 1 (Rashtrakuta King)</a:t>
            </a:r>
          </a:p>
        </p:txBody>
      </p:sp>
    </p:spTree>
    <p:extLst>
      <p:ext uri="{BB962C8B-B14F-4D97-AF65-F5344CB8AC3E}">
        <p14:creationId xmlns:p14="http://schemas.microsoft.com/office/powerpoint/2010/main" val="164182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34298-0250-584A-2F62-7104CFC9A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112F9-046D-F3F5-9A14-27770CCC0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country didn't give women the right to vote until 1971</a:t>
            </a:r>
          </a:p>
          <a:p>
            <a:r>
              <a:rPr lang="en-IN" dirty="0"/>
              <a:t>It is illegal here to own just one guinea pig — because they get lonely</a:t>
            </a:r>
          </a:p>
          <a:p>
            <a:r>
              <a:rPr lang="en-IN" dirty="0"/>
              <a:t>It has been officially neutral in every world war and conflict for over 200 years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Answer : </a:t>
            </a:r>
            <a:r>
              <a:rPr lang="en-IN" b="1" dirty="0"/>
              <a:t>Switzerland </a:t>
            </a:r>
          </a:p>
        </p:txBody>
      </p:sp>
    </p:spTree>
    <p:extLst>
      <p:ext uri="{BB962C8B-B14F-4D97-AF65-F5344CB8AC3E}">
        <p14:creationId xmlns:p14="http://schemas.microsoft.com/office/powerpoint/2010/main" val="1904326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0BE2C-4453-07F1-882D-A5774C4BB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</a:t>
            </a:r>
            <a:r>
              <a:rPr lang="en-US" dirty="0"/>
              <a:t> </a:t>
            </a:r>
            <a:r>
              <a:rPr lang="en-US" b="1" dirty="0"/>
              <a:t>7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FE149-F265-1685-D314-40BF7AD9F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This 12th century queen of Karnataka was a genius at mathematics, dance and music</a:t>
            </a:r>
          </a:p>
          <a:p>
            <a:r>
              <a:rPr lang="en-IN" dirty="0"/>
              <a:t>Every stunning dancing sculpture you see at </a:t>
            </a:r>
            <a:r>
              <a:rPr lang="en-IN" dirty="0" err="1"/>
              <a:t>Belur</a:t>
            </a:r>
            <a:r>
              <a:rPr lang="en-IN" dirty="0"/>
              <a:t> and </a:t>
            </a:r>
            <a:r>
              <a:rPr lang="en-IN" dirty="0" err="1"/>
              <a:t>Halebidu</a:t>
            </a:r>
            <a:r>
              <a:rPr lang="en-IN" dirty="0"/>
              <a:t> temple was carved in her likeness</a:t>
            </a:r>
          </a:p>
          <a:p>
            <a:r>
              <a:rPr lang="en-IN" dirty="0"/>
              <a:t>A king fell so deeply in love watching her dance — he married her best friend too, just so she would say yes(folk narrative)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Answer : </a:t>
            </a:r>
            <a:r>
              <a:rPr lang="en-IN" b="1" dirty="0"/>
              <a:t>Shanthala Devi </a:t>
            </a:r>
          </a:p>
        </p:txBody>
      </p:sp>
    </p:spTree>
    <p:extLst>
      <p:ext uri="{BB962C8B-B14F-4D97-AF65-F5344CB8AC3E}">
        <p14:creationId xmlns:p14="http://schemas.microsoft.com/office/powerpoint/2010/main" val="226151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837A4-F127-5A9F-80F4-48EEBE4F3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8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3B725-93B0-C756-DC62-E366DBE4E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country had no functioning central government for over 20 years</a:t>
            </a:r>
          </a:p>
          <a:p>
            <a:r>
              <a:rPr lang="en-IN" dirty="0"/>
              <a:t>It has one of the highest rates of entrepreneurship in the world — born purely out of survival </a:t>
            </a:r>
          </a:p>
          <a:p>
            <a:r>
              <a:rPr lang="en-IN" dirty="0"/>
              <a:t>This country's pirates once hijacked a ship so large — it took the world's navies months to respond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Answer : </a:t>
            </a:r>
            <a:r>
              <a:rPr lang="en-IN" b="1" dirty="0"/>
              <a:t>Somalia </a:t>
            </a:r>
          </a:p>
        </p:txBody>
      </p:sp>
    </p:spTree>
    <p:extLst>
      <p:ext uri="{BB962C8B-B14F-4D97-AF65-F5344CB8AC3E}">
        <p14:creationId xmlns:p14="http://schemas.microsoft.com/office/powerpoint/2010/main" val="244253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6E0D4-9D1F-69F2-429C-AC83F4C8A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9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C4C90-342C-FB5A-9AE6-D6CBEBE13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A country's government officially appointed this cartoon as their cultural ambassador to the entire world — the first time any cartoon has received a government title</a:t>
            </a:r>
          </a:p>
          <a:p>
            <a:r>
              <a:rPr lang="en-IN" dirty="0"/>
              <a:t>There exists a real town where the fictional neighbourhood from this show has been physically rebuilt — complete with the iconic empty plot and the concrete pipes where kids used to play</a:t>
            </a:r>
          </a:p>
          <a:p>
            <a:r>
              <a:rPr lang="en-IN" dirty="0"/>
              <a:t>This show has been running for over 50 years, has over 4500 gadgets used across episodes</a:t>
            </a:r>
          </a:p>
          <a:p>
            <a:pPr marL="0" indent="0">
              <a:buNone/>
            </a:pPr>
            <a:r>
              <a:rPr lang="en-IN" dirty="0"/>
              <a:t>Answer : </a:t>
            </a:r>
            <a:r>
              <a:rPr lang="en-IN" b="1" dirty="0"/>
              <a:t>Doraemon </a:t>
            </a:r>
          </a:p>
        </p:txBody>
      </p:sp>
    </p:spTree>
    <p:extLst>
      <p:ext uri="{BB962C8B-B14F-4D97-AF65-F5344CB8AC3E}">
        <p14:creationId xmlns:p14="http://schemas.microsoft.com/office/powerpoint/2010/main" val="3770327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6578B-8E37-7D5A-E075-F6267E322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10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61E9E-793F-B9B1-F699-44105D863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A royal kingdom near this city built the longest power transmission line in the world in 1902 — stretching 147 kilometres — just to power the deepest gold mines on earth</a:t>
            </a:r>
          </a:p>
          <a:p>
            <a:r>
              <a:rPr lang="en-IN" dirty="0"/>
              <a:t>This same kingdom built Asia's very first hydroelectric power station — by harnessing a waterfall on the Cauvery river — and used that electricity to make a nearby city the first in all of India to have electric lights</a:t>
            </a:r>
          </a:p>
          <a:p>
            <a:r>
              <a:rPr lang="en-IN" dirty="0"/>
              <a:t>That nearby city — the one that got electricity first in India — is also the city that lights up 97,000 bulbs on one single building every single Sunday evening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Answer : </a:t>
            </a:r>
            <a:r>
              <a:rPr lang="en-IN" b="1" dirty="0"/>
              <a:t>Mysuru </a:t>
            </a:r>
          </a:p>
        </p:txBody>
      </p:sp>
    </p:spTree>
    <p:extLst>
      <p:ext uri="{BB962C8B-B14F-4D97-AF65-F5344CB8AC3E}">
        <p14:creationId xmlns:p14="http://schemas.microsoft.com/office/powerpoint/2010/main" val="3703987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53</TotalTime>
  <Words>645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Garamond</vt:lpstr>
      <vt:lpstr>Times New Roman</vt:lpstr>
      <vt:lpstr>Organic</vt:lpstr>
      <vt:lpstr>Who Am I?   Three Clues Edition</vt:lpstr>
      <vt:lpstr>Question 1 </vt:lpstr>
      <vt:lpstr>QUESTION 2 : </vt:lpstr>
      <vt:lpstr>QUESTION 3 </vt:lpstr>
      <vt:lpstr>Question 4 : </vt:lpstr>
      <vt:lpstr>QUESTION 5</vt:lpstr>
      <vt:lpstr>QUESTION 6</vt:lpstr>
      <vt:lpstr>Question 7 </vt:lpstr>
      <vt:lpstr>Question 8 </vt:lpstr>
      <vt:lpstr>Question 9 </vt:lpstr>
      <vt:lpstr>Question 10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Ashika Urs</dc:creator>
  <cp:lastModifiedBy>Ashika Urs</cp:lastModifiedBy>
  <cp:revision>1</cp:revision>
  <dcterms:created xsi:type="dcterms:W3CDTF">2026-06-04T13:34:58Z</dcterms:created>
  <dcterms:modified xsi:type="dcterms:W3CDTF">2026-06-04T14:28:15Z</dcterms:modified>
</cp:coreProperties>
</file>